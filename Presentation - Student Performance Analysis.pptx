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Interphases" charset="1" panose="02000503020000020004"/>
      <p:regular r:id="rId14"/>
    </p:embeddedFont>
    <p:embeddedFont>
      <p:font typeface="Cooper BT Light" charset="1" panose="0208050304030B020404"/>
      <p:regular r:id="rId15"/>
    </p:embeddedFont>
    <p:embeddedFont>
      <p:font typeface="TT Interphases Bold" charset="1" panose="0200080306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8324850" cy="5398824"/>
            <a:chOff x="0" y="0"/>
            <a:chExt cx="11099800" cy="719843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6802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399" spc="-47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Data-Driven Insights for Education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9075"/>
              <a:ext cx="11099800" cy="5999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343A4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Student Performance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8724859"/>
            <a:ext cx="8324850" cy="895391"/>
            <a:chOff x="0" y="0"/>
            <a:chExt cx="11099800" cy="119385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59184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19050"/>
              <a:ext cx="11099800" cy="581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800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Presented by M. Faseeh U Din Paracha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34639" y="398442"/>
            <a:ext cx="8324850" cy="7467335"/>
            <a:chOff x="0" y="0"/>
            <a:chExt cx="11099800" cy="995644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5793387"/>
              <a:ext cx="11099800" cy="4163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uc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tio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al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tio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gen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era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large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volum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 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stud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 dat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ual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analysis is 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im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-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onsumi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ng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and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rror-pr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ne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ICT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AI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ol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lp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tom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analys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 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prov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eci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ion-m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projec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 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em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nst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 AI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-i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ICT solu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for p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rform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ance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lys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</a:p>
            <a:p>
              <a:pPr algn="l" marL="0" indent="0" lvl="0">
                <a:lnSpc>
                  <a:spcPts val="312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4950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343A4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Introduction &amp; 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83332" y="274390"/>
            <a:ext cx="8478770" cy="8040236"/>
            <a:chOff x="0" y="0"/>
            <a:chExt cx="11305027" cy="1072031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205227" y="3953755"/>
              <a:ext cx="11099800" cy="6766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Data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et Overview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20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tud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 re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cord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Subj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: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ICT, PF, Ma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matics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Attributes: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Qu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iz, Assignme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t, Mi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F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al,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al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Averag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tus </a:t>
              </a: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</a:p>
            <a:p>
              <a:pPr algn="l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AUTOMATION USING EXCEL MACROS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Recorded macros to automate repetitive tasks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Header formatting and conditional formatting automated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Macro assigned to a button for easy execution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Reduced manual effort and errors</a:t>
              </a:r>
            </a:p>
            <a:p>
              <a:pPr algn="l">
                <a:lnSpc>
                  <a:spcPts val="312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343A4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Dataset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5448300" cy="6267450"/>
            <a:chOff x="0" y="0"/>
            <a:chExt cx="1434943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343A4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3352800"/>
            <a:ext cx="5448300" cy="6267450"/>
            <a:chOff x="0" y="0"/>
            <a:chExt cx="1434943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343A4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3352800"/>
            <a:ext cx="5448300" cy="6267450"/>
            <a:chOff x="0" y="0"/>
            <a:chExt cx="1434943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650686"/>
            </a:xfrm>
            <a:custGeom>
              <a:avLst/>
              <a:gdLst/>
              <a:ahLst/>
              <a:cxnLst/>
              <a:rect r="r" b="b" t="t" l="l"/>
              <a:pathLst>
                <a:path h="1650686" w="1434943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1593847"/>
                  </a:lnTo>
                  <a:cubicBezTo>
                    <a:pt x="1434943" y="1625239"/>
                    <a:pt x="1409495" y="1650686"/>
                    <a:pt x="1378104" y="1650686"/>
                  </a:cubicBezTo>
                  <a:lnTo>
                    <a:pt x="56839" y="1650686"/>
                  </a:lnTo>
                  <a:cubicBezTo>
                    <a:pt x="25448" y="1650686"/>
                    <a:pt x="0" y="1625239"/>
                    <a:pt x="0" y="1593847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343A4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67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7589" y="828675"/>
            <a:ext cx="16952821" cy="113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99"/>
              </a:lnSpc>
              <a:spcBef>
                <a:spcPct val="0"/>
              </a:spcBef>
            </a:pPr>
            <a:r>
              <a:rPr lang="en-US" sz="8499" spc="-169" strike="noStrike" u="none">
                <a:solidFill>
                  <a:srgbClr val="0D6EFD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Excel Analysis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05025" y="4248262"/>
            <a:ext cx="2571750" cy="4253258"/>
            <a:chOff x="0" y="0"/>
            <a:chExt cx="3429000" cy="567101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0D6EF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39900"/>
              <a:ext cx="34290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F8F9F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Formulas and Functions</a:t>
              </a: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4111451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 averages and IF statements efficiently.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58125" y="4248150"/>
            <a:ext cx="2571750" cy="4712896"/>
            <a:chOff x="0" y="0"/>
            <a:chExt cx="3429000" cy="628386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0D6EF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739900"/>
              <a:ext cx="342900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8F9F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Conditional Formatting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203601"/>
              <a:ext cx="3429000" cy="2080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Highlights performance variations at a glance.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11225" y="4248150"/>
            <a:ext cx="2571750" cy="4322519"/>
            <a:chOff x="0" y="0"/>
            <a:chExt cx="3429000" cy="576335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42875"/>
              <a:ext cx="3429000" cy="1474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160" strike="noStrike" u="none">
                  <a:solidFill>
                    <a:srgbClr val="0D6EF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739900"/>
              <a:ext cx="3429000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trike="noStrike" u="none">
                  <a:solidFill>
                    <a:srgbClr val="F8F9FA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Macros for Automation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4203799"/>
              <a:ext cx="3429000" cy="1559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Streamlines repetitive tasks for efficiency.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62906" y="325697"/>
            <a:ext cx="8324850" cy="6004927"/>
            <a:chOff x="0" y="0"/>
            <a:chExt cx="11099800" cy="800656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364209"/>
              <a:ext cx="11099800" cy="3642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Exc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 data imported into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Power BI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Visualizations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: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Clu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Ch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(Avera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marks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per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student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)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Pie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Chart (P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erformance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tus 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ist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ributi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n)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ic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er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(Subjec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ilte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r)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nte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ctive da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shbo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insig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</a:p>
            <a:p>
              <a:pPr algn="l" marL="0" indent="0" lvl="0">
                <a:lnSpc>
                  <a:spcPts val="312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343A4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Power BI Dashboard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73009" y="666750"/>
            <a:ext cx="9148241" cy="8953500"/>
            <a:chOff x="0" y="0"/>
            <a:chExt cx="240941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941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409413">
                  <a:moveTo>
                    <a:pt x="33851" y="0"/>
                  </a:moveTo>
                  <a:lnTo>
                    <a:pt x="2375562" y="0"/>
                  </a:lnTo>
                  <a:cubicBezTo>
                    <a:pt x="2394258" y="0"/>
                    <a:pt x="2409413" y="15156"/>
                    <a:pt x="2409413" y="33851"/>
                  </a:cubicBezTo>
                  <a:lnTo>
                    <a:pt x="2409413" y="2324272"/>
                  </a:lnTo>
                  <a:cubicBezTo>
                    <a:pt x="2409413" y="2342968"/>
                    <a:pt x="2394258" y="2358124"/>
                    <a:pt x="2375562" y="2358124"/>
                  </a:cubicBezTo>
                  <a:lnTo>
                    <a:pt x="33851" y="2358124"/>
                  </a:lnTo>
                  <a:cubicBezTo>
                    <a:pt x="24873" y="2358124"/>
                    <a:pt x="16263" y="2354557"/>
                    <a:pt x="9915" y="2348209"/>
                  </a:cubicBezTo>
                  <a:cubicBezTo>
                    <a:pt x="3566" y="2341861"/>
                    <a:pt x="0" y="2333250"/>
                    <a:pt x="0" y="2324272"/>
                  </a:cubicBezTo>
                  <a:lnTo>
                    <a:pt x="0" y="33851"/>
                  </a:lnTo>
                  <a:cubicBezTo>
                    <a:pt x="0" y="15156"/>
                    <a:pt x="15156" y="0"/>
                    <a:pt x="33851" y="0"/>
                  </a:cubicBezTo>
                  <a:close/>
                </a:path>
              </a:pathLst>
            </a:custGeom>
            <a:solidFill>
              <a:srgbClr val="343A4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9413" cy="2386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00808" y="6607510"/>
            <a:ext cx="3459016" cy="4461104"/>
          </a:xfrm>
          <a:custGeom>
            <a:avLst/>
            <a:gdLst/>
            <a:ahLst/>
            <a:cxnLst/>
            <a:rect r="r" b="b" t="t" l="l"/>
            <a:pathLst>
              <a:path h="4461104" w="3459016">
                <a:moveTo>
                  <a:pt x="0" y="0"/>
                </a:moveTo>
                <a:lnTo>
                  <a:pt x="3459016" y="0"/>
                </a:lnTo>
                <a:lnTo>
                  <a:pt x="3459016" y="4461105"/>
                </a:lnTo>
                <a:lnTo>
                  <a:pt x="0" y="4461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66750" y="666750"/>
            <a:ext cx="6886575" cy="3438526"/>
            <a:chOff x="0" y="0"/>
            <a:chExt cx="9182100" cy="458470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3545841"/>
              <a:ext cx="9182100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Technologies for Enhanced Student Performance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61925"/>
              <a:ext cx="9182100" cy="299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0D6EF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AI Tools Overview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1562100"/>
            <a:ext cx="6886575" cy="903605"/>
            <a:chOff x="0" y="0"/>
            <a:chExt cx="9182100" cy="120480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ChatGPT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ep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or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 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ruc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tent 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refinemen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3032450"/>
            <a:ext cx="6886575" cy="903605"/>
            <a:chOff x="0" y="0"/>
            <a:chExt cx="9182100" cy="120480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amm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ra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mma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 an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re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ab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li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y imp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ve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me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6400" y="4502800"/>
            <a:ext cx="6886575" cy="903605"/>
            <a:chOff x="0" y="0"/>
            <a:chExt cx="9182100" cy="120480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an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va AI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enta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tio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 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sig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ass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istance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6155708"/>
            <a:ext cx="6886575" cy="903605"/>
            <a:chOff x="0" y="0"/>
            <a:chExt cx="9182100" cy="120480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Googl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 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D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iv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F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s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ha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ri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ng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 te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amw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rk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96400" y="7535563"/>
            <a:ext cx="6886575" cy="903605"/>
            <a:chOff x="0" y="0"/>
            <a:chExt cx="9182100" cy="1204806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38100"/>
              <a:ext cx="91821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i</a:t>
              </a:r>
              <a:r>
                <a:rPr lang="en-US" sz="3000" strike="noStrike" u="none">
                  <a:solidFill>
                    <a:srgbClr val="6C757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tHub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686646"/>
              <a:ext cx="91821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Dataset and documenta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tion 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</a:t>
              </a:r>
              <a:r>
                <a:rPr lang="en-US" sz="2400" spc="-48" strike="noStrike" u="none">
                  <a:solidFill>
                    <a:srgbClr val="F8F9F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anagement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84852" y="325697"/>
            <a:ext cx="8324850" cy="6529443"/>
            <a:chOff x="0" y="0"/>
            <a:chExt cx="11099800" cy="870592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022164"/>
              <a:ext cx="11099800" cy="4683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analysis revealed significant </a:t>
              </a:r>
              <a:r>
                <a:rPr lang="en-US" b="true" sz="2400" spc="-48" strike="noStrike" u="none">
                  <a:solidFill>
                    <a:srgbClr val="343A4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trends in student performance</a:t>
              </a: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highlighting areas for improvement and tailored interventions. Insights gained emphasize data-driven decision-making to enhance educational outcomes and support at-risk students.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ICT subject shows better average performance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Around 25–30% students need improvement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Automation and dashboards improved efficiency</a:t>
              </a:r>
            </a:p>
            <a:p>
              <a:pPr algn="l" marL="0" indent="0" lvl="0">
                <a:lnSpc>
                  <a:spcPts val="312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350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 strike="noStrike" u="none">
                  <a:solidFill>
                    <a:srgbClr val="343A4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Results &amp; Insights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43A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6115050" y="8971632"/>
            <a:ext cx="1438275" cy="1315368"/>
          </a:xfrm>
          <a:custGeom>
            <a:avLst/>
            <a:gdLst/>
            <a:ahLst/>
            <a:cxnLst/>
            <a:rect r="r" b="b" t="t" l="l"/>
            <a:pathLst>
              <a:path h="1315368" w="1438275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B51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55827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6750" y="666750"/>
            <a:ext cx="8324850" cy="1969824"/>
            <a:chOff x="0" y="0"/>
            <a:chExt cx="11099800" cy="262643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1082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Your questions are welcome here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61925"/>
              <a:ext cx="11099800" cy="156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 strike="noStrike" u="none">
                  <a:solidFill>
                    <a:srgbClr val="0D6EFD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Thank You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5143500"/>
            <a:ext cx="8324850" cy="895350"/>
            <a:chOff x="0" y="0"/>
            <a:chExt cx="11099800" cy="119380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Email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hello@reallygreatsite.com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" y="6934200"/>
            <a:ext cx="8324850" cy="895350"/>
            <a:chOff x="0" y="0"/>
            <a:chExt cx="11099800" cy="11938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Social Media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@reallygreatsite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6750" y="8724900"/>
            <a:ext cx="8324850" cy="895350"/>
            <a:chOff x="0" y="0"/>
            <a:chExt cx="11099800" cy="11938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 strike="noStrike" u="none">
                  <a:solidFill>
                    <a:srgbClr val="6C757D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Phone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75640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sz="2400" spc="-48" strike="noStrike" u="none">
                  <a:solidFill>
                    <a:srgbClr val="343A4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123-456-7890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5400000">
            <a:off x="16106389" y="8352937"/>
            <a:ext cx="1792448" cy="1639275"/>
          </a:xfrm>
          <a:custGeom>
            <a:avLst/>
            <a:gdLst/>
            <a:ahLst/>
            <a:cxnLst/>
            <a:rect r="r" b="b" t="t" l="l"/>
            <a:pathLst>
              <a:path h="1639275" w="1792448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Student Performance Analysis</dc:description>
  <dc:identifier>DAHABEtzD8Y</dc:identifier>
  <dcterms:modified xsi:type="dcterms:W3CDTF">2011-08-01T06:04:30Z</dcterms:modified>
  <cp:revision>1</cp:revision>
  <dc:title>Presentation - Student Performance Analysis</dc:title>
</cp:coreProperties>
</file>